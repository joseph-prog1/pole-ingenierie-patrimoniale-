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DÉMO PATRIMOINE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Comparatif de contrats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d'assurance-vie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Essentiel Vie  |  Gamma Premium Vie  |  votre contrat actuel Alpha Horizon Patrimoine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étudié : ouvrir un contrat en parallèle, versement de 100 000 €, profil équilibré, horizon 8 ans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établi le 29/07/2026 sur les documents listés en dernière slide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 ·  Cas fictif de démonstration  ·  Ne constitue pas un conseil en investissement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contrats en présence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63240"/>
                <a:gridCol w="2916936"/>
                <a:gridCol w="291693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Horizon Patrimoine (actuel)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Essentiel Vie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Premium Vie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Assureur (fictif)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Compagnie Alpha, France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Compagnie Beta, France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Compagnie Gamma, France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Assurance-vie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Assurance-vie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Assurance-vie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utilisés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Relevé et CG 2011, grille 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 et grille tarifaire 03/2026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 et grille tarifaire 01/2026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Versement minimum initial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Souscrit (2011)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Versement complémentaire min.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0292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comparatif : </a:t>
            </a:r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l'audit de votre contrat actuel a ouvert l'option « ouvrir un contrat en parallèle » pour vos futurs versements, sans toucher à l'antériorité fiscale du contrat de 2011, qui reste en place.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Contrats et compagnies fictifs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frais, à documentation égale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4066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1691640"/>
                <a:gridCol w="1691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Étage de frais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(actuel)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Essentiel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Premium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sur versement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3,00 % (négociables)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1,00 % (négociables)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du contrat, fonds euros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0,80 %/an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0,70 %/an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0,90 %/an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du contrat, 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0,98 %/an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0,60 %/an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0,85 %/an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0,50 %/opération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en ligne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Gratuit, 4/an, puis 0,30 %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gestion pilotée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proposée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+ 0,30 %/an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+ 0,20 %/an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2801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36676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sur votre cas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3667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100 000 € versés, répartis 50 % fonds euros / 50 % UC, gestion libre 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6676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3 000 € à l'entrée + 890 €/an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1 000 € à l'entrée + 650 €/an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 à l'entrée + 875 €/an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66760" y="3749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annuel : 50 % x gestion fonds euros + 50 % x gestion UC. Hors frais courants des supports, qui dépendront de l'allocation choisie. Frais d'entrée avant négociation.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55778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structure de frais documentée, Beta est le moins chargé en gestion libre ; Gamma supprime les frais d'entrée mais son ticket minimum est de 50 000 €. </a:t>
            </a:r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à explorer avec le conseiller : 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marge de négociation des frais d'entrée, avant toute conclusion.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Contrats et compagnies fictifs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 d'investissement et options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834640"/>
                <a:gridCol w="31363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(actuel)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Essentiel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Premium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 supports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 (dont 60 ETF)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(dont ETF, immobilier, structurés)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euros : accès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60 % max du versement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condition documentée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Versements programmés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Oui, dès 100 €/mois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Oui, dès 500 €/mois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Rachats programmés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documenté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 de gestion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Libre, pilotée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Libre, pilotée, sous mandat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Souscription et actes en ligne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Extranet vieillissant (constaté)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en ligne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ligne + interlocuteur dédié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Non documenté » signifie : absent des documents fournis. La ligne est reprise dans les données manquantes (slide 6).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Contrats et compagnies fictifs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à votre besoin exprimé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660904"/>
                <a:gridCol w="2660904"/>
                <a:gridCol w="266090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Votre critère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(actuel)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Essentiel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Premium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Verser 100 000 € en une fois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(minimum 50 000 €)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d'entrée contenus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3 %, à négocier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1 %, à négocier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indiciels (ETF)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Oui, 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Versements programmés ensuite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libre conservée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Revenus programmés à la retraite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6B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documenté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539496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550468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tableau ne désigne pas de « gagnant ».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met les faits documentés en face de vos critères. Le choix, sa justification et la négociation des conditions relèvent de votre conseiller.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famille Martin  |  Contrats et compagnies fictifs  |  Document de travail  |  Cabinet Démo Patrimoine (fictif)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Mentions et données manquantes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interne, généré par IA. Ne constitue pas un conseil en investissement. Comparaison établie uniquement sur les documents listés ci-dessous, à vérifier et valider par le conseiller.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utilisés : relevé et conditions générales Alpha Horizon Patrimoine (2011, grille 2026) ; conditions générales et grille tarifaire Beta Essentiel Vie (03/2026) ; conditions générales et grille tarifaire Gamma Premium Vie (01/2026).</a:t>
            </a:r>
            <a:endParaRPr lang="en-US" sz="15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manquantes : rachats programmés Alpha (non documentés) ; conditions d'accès au fonds euros Gamma ; rendements historiques des trois fonds euros ; listes de supports complètes (nécessaires pour comparer les frais courants des allocations envisagées).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support est un exemple de démonstration : les compagnies Alpha, Beta et Gamma et leurs contrats sont fictifs, ainsi que la famille Martin.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Démo Patrimoine (fictif)  ·  Support généré avec le skill « comparatif-contrats 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2026-07-29T15:02:48Z</dcterms:created>
  <dcterms:modified xsi:type="dcterms:W3CDTF">2026-07-29T15:02:48Z</dcterms:modified>
</cp:coreProperties>
</file>